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56" r:id="rId2"/>
    <p:sldId id="257" r:id="rId3"/>
    <p:sldId id="260" r:id="rId4"/>
    <p:sldId id="259" r:id="rId5"/>
    <p:sldId id="258" r:id="rId6"/>
    <p:sldId id="270" r:id="rId7"/>
    <p:sldId id="261" r:id="rId8"/>
    <p:sldId id="262" r:id="rId9"/>
    <p:sldId id="264" r:id="rId10"/>
    <p:sldId id="263" r:id="rId11"/>
    <p:sldId id="271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99"/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2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1ABFA6-16A7-41EE-813E-4E7197542EBC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1E3D64-4BF3-4061-8BFF-D53A6D6D14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13329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1E3D64-4BF3-4061-8BFF-D53A6D6D1448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17487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D257F-B0D5-4623-8BD7-E81B7BA5F64D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11D34-C139-4B95-8CEC-74FABDAD0B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38976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D257F-B0D5-4623-8BD7-E81B7BA5F64D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11D34-C139-4B95-8CEC-74FABDAD0B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58171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D257F-B0D5-4623-8BD7-E81B7BA5F64D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11D34-C139-4B95-8CEC-74FABDAD0B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88980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D257F-B0D5-4623-8BD7-E81B7BA5F64D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11D34-C139-4B95-8CEC-74FABDAD0B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90528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D257F-B0D5-4623-8BD7-E81B7BA5F64D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11D34-C139-4B95-8CEC-74FABDAD0B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25146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D257F-B0D5-4623-8BD7-E81B7BA5F64D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11D34-C139-4B95-8CEC-74FABDAD0B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439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D257F-B0D5-4623-8BD7-E81B7BA5F64D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11D34-C139-4B95-8CEC-74FABDAD0B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0463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D257F-B0D5-4623-8BD7-E81B7BA5F64D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11D34-C139-4B95-8CEC-74FABDAD0B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36771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D257F-B0D5-4623-8BD7-E81B7BA5F64D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11D34-C139-4B95-8CEC-74FABDAD0B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97916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D257F-B0D5-4623-8BD7-E81B7BA5F64D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11D34-C139-4B95-8CEC-74FABDAD0B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3464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D257F-B0D5-4623-8BD7-E81B7BA5F64D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11D34-C139-4B95-8CEC-74FABDAD0BC9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030220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D257F-B0D5-4623-8BD7-E81B7BA5F64D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11D34-C139-4B95-8CEC-74FABDAD0B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73156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D257F-B0D5-4623-8BD7-E81B7BA5F64D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11D34-C139-4B95-8CEC-74FABDAD0BC9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01304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D257F-B0D5-4623-8BD7-E81B7BA5F64D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11D34-C139-4B95-8CEC-74FABDAD0B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45704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D257F-B0D5-4623-8BD7-E81B7BA5F64D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11D34-C139-4B95-8CEC-74FABDAD0B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09471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D257F-B0D5-4623-8BD7-E81B7BA5F64D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11D34-C139-4B95-8CEC-74FABDAD0B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72934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6000">
              <a:schemeClr val="accent1">
                <a:lumMod val="5000"/>
                <a:lumOff val="95000"/>
              </a:schemeClr>
            </a:gs>
            <a:gs pos="88000">
              <a:schemeClr val="bg1"/>
            </a:gs>
            <a:gs pos="100000">
              <a:srgbClr val="FF0066"/>
            </a:gs>
            <a:gs pos="7000">
              <a:srgbClr val="FF6699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7D257F-B0D5-4623-8BD7-E81B7BA5F64D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7711D34-C139-4B95-8CEC-74FABDAD0B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65095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2C1F5C9-DCD6-4158-C89B-52FAA38D88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223093" cy="231865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FD3E6C6-951D-E5D4-2293-C98F7E67DE02}"/>
              </a:ext>
            </a:extLst>
          </p:cNvPr>
          <p:cNvSpPr txBox="1"/>
          <p:nvPr/>
        </p:nvSpPr>
        <p:spPr>
          <a:xfrm>
            <a:off x="478972" y="3015851"/>
            <a:ext cx="11038113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3200" b="1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Google Sans"/>
                <a:cs typeface="Times New Roman" panose="02020603050405020304" pitchFamily="18" charset="0"/>
                <a:sym typeface="Google Sans"/>
              </a:rPr>
              <a:t>Participant Details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lang="en-US" sz="3200" b="1" dirty="0">
              <a:solidFill>
                <a:srgbClr val="000000"/>
              </a:solidFill>
              <a:latin typeface="Times New Roman" panose="02020603050405020304" pitchFamily="18" charset="0"/>
              <a:ea typeface="Google Sans"/>
              <a:cs typeface="Times New Roman" panose="02020603050405020304" pitchFamily="18" charset="0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32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Google Sans"/>
                <a:cs typeface="Times New Roman" panose="02020603050405020304" pitchFamily="18" charset="0"/>
                <a:sym typeface="Google Sans"/>
              </a:rPr>
              <a:t>Participant </a:t>
            </a:r>
            <a:r>
              <a:rPr lang="en-US" sz="3200" dirty="0">
                <a:latin typeface="Times New Roman" panose="02020603050405020304" pitchFamily="18" charset="0"/>
                <a:ea typeface="Google Sans"/>
                <a:cs typeface="Times New Roman" panose="02020603050405020304" pitchFamily="18" charset="0"/>
                <a:sym typeface="Google Sans"/>
              </a:rPr>
              <a:t>N</a:t>
            </a:r>
            <a:r>
              <a:rPr lang="en-US" sz="32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Google Sans"/>
                <a:cs typeface="Times New Roman" panose="02020603050405020304" pitchFamily="18" charset="0"/>
                <a:sym typeface="Google Sans"/>
              </a:rPr>
              <a:t>ame: Yasmeen Begum,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Km Mahak </a:t>
            </a:r>
            <a:r>
              <a:rPr lang="en-I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gupta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320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ea typeface="Google Sans"/>
              <a:cs typeface="Times New Roman" panose="02020603050405020304" pitchFamily="18" charset="0"/>
              <a:sym typeface="Google Sans"/>
            </a:endParaRPr>
          </a:p>
          <a:p>
            <a:r>
              <a:rPr lang="en-US" sz="32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Google Sans"/>
                <a:cs typeface="Times New Roman" panose="02020603050405020304" pitchFamily="18" charset="0"/>
                <a:sym typeface="Google Sans"/>
              </a:rPr>
              <a:t>Problem </a:t>
            </a:r>
            <a:r>
              <a:rPr lang="en-US" sz="3200" b="0" i="0" u="none" strike="noStrike" cap="none" dirty="0" err="1">
                <a:solidFill>
                  <a:srgbClr val="000000"/>
                </a:solidFill>
                <a:latin typeface="Times New Roman" panose="02020603050405020304" pitchFamily="18" charset="0"/>
                <a:ea typeface="Google Sans"/>
                <a:cs typeface="Times New Roman" panose="02020603050405020304" pitchFamily="18" charset="0"/>
                <a:sym typeface="Google Sans"/>
              </a:rPr>
              <a:t>Statement</a:t>
            </a:r>
            <a:r>
              <a:rPr lang="en-US" sz="3200" dirty="0" err="1">
                <a:latin typeface="Times New Roman" panose="02020603050405020304" pitchFamily="18" charset="0"/>
                <a:ea typeface="Google Sans"/>
                <a:cs typeface="Times New Roman" panose="02020603050405020304" pitchFamily="18" charset="0"/>
                <a:sym typeface="Google Sans"/>
              </a:rPr>
              <a:t>: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AI-Powered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Online Threat Detection System</a:t>
            </a:r>
          </a:p>
          <a:p>
            <a:pPr marL="914400" lvl="1" indent="-342900">
              <a:buSzPts val="1800"/>
              <a:buFont typeface="Google Sans"/>
              <a:buAutoNum type="alphaLcPeriod"/>
            </a:pPr>
            <a:endParaRPr lang="en-US" sz="32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ea typeface="Google Sans"/>
              <a:cs typeface="Times New Roman" panose="02020603050405020304" pitchFamily="18" charset="0"/>
              <a:sym typeface="Google Sans"/>
            </a:endParaRPr>
          </a:p>
        </p:txBody>
      </p:sp>
    </p:spTree>
    <p:extLst>
      <p:ext uri="{BB962C8B-B14F-4D97-AF65-F5344CB8AC3E}">
        <p14:creationId xmlns:p14="http://schemas.microsoft.com/office/powerpoint/2010/main" val="20462559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0518F26-835B-AC54-6DDE-90FACFEF4958}"/>
              </a:ext>
            </a:extLst>
          </p:cNvPr>
          <p:cNvSpPr txBox="1"/>
          <p:nvPr/>
        </p:nvSpPr>
        <p:spPr>
          <a:xfrm>
            <a:off x="506186" y="635753"/>
            <a:ext cx="57803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800" b="1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Google Sans"/>
                <a:cs typeface="Times New Roman" panose="02020603050405020304" pitchFamily="18" charset="0"/>
                <a:sym typeface="Google Sans"/>
              </a:rPr>
              <a:t>Brief about the idea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94A07D-7F5C-FFD3-E775-3249D1FE7224}"/>
              </a:ext>
            </a:extLst>
          </p:cNvPr>
          <p:cNvSpPr txBox="1"/>
          <p:nvPr/>
        </p:nvSpPr>
        <p:spPr>
          <a:xfrm>
            <a:off x="506186" y="1306991"/>
            <a:ext cx="11185071" cy="4653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is an AI-powered system designed to detect harmful or threatening messages in real time.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focuses on improving online safety, especially for users facing harassment or cyber threats.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uses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LangChain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with Google Gemini to analyze and classify messages.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Messages are categorized as Safe, Suspicious, or Dangerous with clear explanations.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 MCP-based agent enables the system to automatically take intelligent actions.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can send alerts, store evidence, and trigger emergency responses without manual intervention.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RAG with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ChromaDB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 used to maintain context and detect repeated threats.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stores harmful messages securely in a database for future reference.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sends real-time WhatsApp alerts using Twilio.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Overall, it combines AI, automation, and real-time communication to enhance digital safety.</a:t>
            </a:r>
          </a:p>
        </p:txBody>
      </p:sp>
    </p:spTree>
    <p:extLst>
      <p:ext uri="{BB962C8B-B14F-4D97-AF65-F5344CB8AC3E}">
        <p14:creationId xmlns:p14="http://schemas.microsoft.com/office/powerpoint/2010/main" val="7525948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7B45A89-5945-05DF-D1D4-4A8E0DC81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CC813D8-F65F-4ED4-D3FC-058C86EE90EF}"/>
              </a:ext>
            </a:extLst>
          </p:cNvPr>
          <p:cNvSpPr txBox="1"/>
          <p:nvPr/>
        </p:nvSpPr>
        <p:spPr>
          <a:xfrm>
            <a:off x="587829" y="783772"/>
            <a:ext cx="10624457" cy="49306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Approach to the Problem Statement</a:t>
            </a:r>
          </a:p>
          <a:p>
            <a:pPr>
              <a:buNone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started by identifying the key issue: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harassment and threats are difficult to detect early and act upon in real time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solve this, we translated the problem into an AI pipeline that can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messages, classify risk levels, and trigger automated actions instantly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used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LangChain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Google Gemini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handle intelligent text understanding and reasoning.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meet hackathon requirements, we ensured the system includes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processing, explainability, and actionable outputs (alerts + storage)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also integrated MCP-based agents to make the system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autonomous and decision-driven instead of rule-based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125391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572C16A-735A-D37A-4047-E7931A908E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A9AB80D-94E4-CD67-E044-6A3106678925}"/>
              </a:ext>
            </a:extLst>
          </p:cNvPr>
          <p:cNvSpPr txBox="1"/>
          <p:nvPr/>
        </p:nvSpPr>
        <p:spPr>
          <a:xfrm>
            <a:off x="620486" y="594755"/>
            <a:ext cx="10940142" cy="5386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Problem &amp; Impact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solution addresses the growing issue of cyberbullying, online harassment, and threatening communication, especially targeting vulnerable users.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victims fail to act early because threats are subtle or continuous over time.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system provides early detection and immediate alerts, helping users stay aware and safe.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also creates a secure record of harmful messages, which can be useful as digital evidence.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practical impact is improved personal safety, faster response to threats, and increased trust in online platforms.</a:t>
            </a:r>
          </a:p>
          <a:p>
            <a:pPr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58106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7267751-C70D-B9AE-0B6A-E11602CE9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8B9E5DC-4604-1ED0-E6D6-8B97C776928B}"/>
              </a:ext>
            </a:extLst>
          </p:cNvPr>
          <p:cNvSpPr txBox="1"/>
          <p:nvPr/>
        </p:nvSpPr>
        <p:spPr>
          <a:xfrm>
            <a:off x="468086" y="797073"/>
            <a:ext cx="10744200" cy="50845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Approach / Workflow</a:t>
            </a:r>
          </a:p>
          <a:p>
            <a:pPr algn="just">
              <a:lnSpc>
                <a:spcPct val="150000"/>
              </a:lnSpc>
              <a:buNone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works in a structured pipeline: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inputs a message through the interface. 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message is analyzed using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LangChain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Gemini for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and explanation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MCP-based agent evaluates the result and decides actions. 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message is dangerous, the system: </a:t>
            </a:r>
          </a:p>
          <a:p>
            <a:pPr marL="742950" lvl="1" indent="-285750" algn="just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Sends alerts via Twilio </a:t>
            </a:r>
          </a:p>
          <a:p>
            <a:pPr marL="742950" lvl="1" indent="-285750" algn="just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evidence in the database </a:t>
            </a:r>
          </a:p>
          <a:p>
            <a:pPr marL="742950" lvl="1" indent="-285750" algn="just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Triggers emergency API (simulated) 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RAG 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ChromaDB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is used to maintain context and detect repeated threats.</a:t>
            </a:r>
          </a:p>
        </p:txBody>
      </p:sp>
    </p:spTree>
    <p:extLst>
      <p:ext uri="{BB962C8B-B14F-4D97-AF65-F5344CB8AC3E}">
        <p14:creationId xmlns:p14="http://schemas.microsoft.com/office/powerpoint/2010/main" val="29063935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3A1D164-56C3-DF78-B54A-4EAA1D72B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33414A9-51F3-ACA5-63AD-A1D4E74882C6}"/>
              </a:ext>
            </a:extLst>
          </p:cNvPr>
          <p:cNvSpPr txBox="1"/>
          <p:nvPr/>
        </p:nvSpPr>
        <p:spPr>
          <a:xfrm>
            <a:off x="348342" y="576943"/>
            <a:ext cx="11255829" cy="4561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is it Different from Existing Solutions?</a:t>
            </a:r>
          </a:p>
          <a:p>
            <a:pPr algn="just">
              <a:lnSpc>
                <a:spcPct val="150000"/>
              </a:lnSpc>
              <a:buNone/>
            </a:pP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existing systems focus only on basic keyword filtering or static ML models, which miss context and subtle threats.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solution uses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LangChain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Google Gemini, enabling context-aware and reasoning-based detection.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Unlike traditional systems, it includes RAG (memory) to detect repeated harassment patterns over time.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also goes beyond detection by providing automated actions like alerts, storage, and escalation.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Additionally, the use of MCP agents makes the system dynamic and decision-driven, not just rule-based.</a:t>
            </a:r>
          </a:p>
        </p:txBody>
      </p:sp>
    </p:spTree>
    <p:extLst>
      <p:ext uri="{BB962C8B-B14F-4D97-AF65-F5344CB8AC3E}">
        <p14:creationId xmlns:p14="http://schemas.microsoft.com/office/powerpoint/2010/main" val="8526335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A6D3A44-FEA1-9D55-A7DA-DD6761F625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FF01E44-C3C1-EC1A-515D-D141A2DB9A09}"/>
              </a:ext>
            </a:extLst>
          </p:cNvPr>
          <p:cNvSpPr txBox="1"/>
          <p:nvPr/>
        </p:nvSpPr>
        <p:spPr>
          <a:xfrm>
            <a:off x="620486" y="641037"/>
            <a:ext cx="11234056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Features offer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Solution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Threat Detection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Instantly analyzes messages to identify harmful or abusive content.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AI-Based Classification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Uses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LangChain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with Google Gemini to classify messages as Safe, Suspicious, or Dangerous.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Explainable AI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Provides clear reasons for why a message is flagged as harmful.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MCP-Based Intelligent Agent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Automatically decides and performs actions like alerting and storing data.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Context-Aware Detection (RAG)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Uses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ChromaDB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track message history and detect repeated threats.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Instant WhatsApp Alerts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Sends real-time alerts using Twilio.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Secure Evidence Storage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Saves flagged messages in MongoDB with timestamps for future use.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Automated Response System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Triggers alerts and actions without manual intervention.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User-Friendly Interface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Interactive UI built with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Gradio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easy usage.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Scalable API Integration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backend enables integration with web and mobile applications.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95911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AF69C45-1BCC-6987-985A-0BC9BCD36B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2974AEA-1029-8FFF-4EC1-7483074CCB7E}"/>
              </a:ext>
            </a:extLst>
          </p:cNvPr>
          <p:cNvSpPr txBox="1"/>
          <p:nvPr/>
        </p:nvSpPr>
        <p:spPr>
          <a:xfrm>
            <a:off x="849085" y="816428"/>
            <a:ext cx="9416143" cy="4603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</a:p>
          <a:p>
            <a:pPr>
              <a:buNone/>
            </a:pP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Python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&amp; LLM Framework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LangChain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 Model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Google Gemini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Agent Framework (MCP)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LangChain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Agents (Model Context Protocol approach)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Vector Database (RAG)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ChromaDB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Embedding Model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Sentence Transformers (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MiniLM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Framework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Frontend/UI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Gradio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MongoDB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Alert System API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Twilio (WhatsApp alerts)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 Management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python-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dotenv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Communication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Requests (HTTP calls for emergency API)</a:t>
            </a:r>
          </a:p>
        </p:txBody>
      </p:sp>
    </p:spTree>
    <p:extLst>
      <p:ext uri="{BB962C8B-B14F-4D97-AF65-F5344CB8AC3E}">
        <p14:creationId xmlns:p14="http://schemas.microsoft.com/office/powerpoint/2010/main" val="27513719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57992F1-8543-0BFC-4986-516EE2A98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C874BA5-0DA3-66DE-DA27-ABF43FC83DD8}"/>
              </a:ext>
            </a:extLst>
          </p:cNvPr>
          <p:cNvSpPr txBox="1"/>
          <p:nvPr/>
        </p:nvSpPr>
        <p:spPr>
          <a:xfrm>
            <a:off x="892627" y="544676"/>
            <a:ext cx="102543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dirty="0">
                <a:latin typeface="Times New Roman" panose="02020603050405020304" pitchFamily="18" charset="0"/>
                <a:ea typeface="Google Sans"/>
                <a:cs typeface="Times New Roman" panose="02020603050405020304" pitchFamily="18" charset="0"/>
                <a:sym typeface="Google Sans"/>
              </a:rPr>
              <a:t>Architecture diagram of the proposed solution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5FBD0B-A11C-EE8C-7218-99E20BCEEC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42" b="12063"/>
          <a:stretch>
            <a:fillRect/>
          </a:stretch>
        </p:blipFill>
        <p:spPr>
          <a:xfrm>
            <a:off x="2144486" y="1067896"/>
            <a:ext cx="7271656" cy="5332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29758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87215EE-D402-2F1D-7B57-ED7AC914B9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B42792D-74E5-6D18-AC68-15F7BD0F1650}"/>
              </a:ext>
            </a:extLst>
          </p:cNvPr>
          <p:cNvSpPr txBox="1"/>
          <p:nvPr/>
        </p:nvSpPr>
        <p:spPr>
          <a:xfrm>
            <a:off x="889906" y="417821"/>
            <a:ext cx="11478986" cy="63401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 Explanation</a:t>
            </a:r>
          </a:p>
          <a:p>
            <a:pPr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User Input Layer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from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Gradio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UI, mobile app, or API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Sends message to AI system </a:t>
            </a: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AI Processing Layer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LangChain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Google Gemini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Performs classification (Safe / Suspicious / Dangerous) </a:t>
            </a: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MCP Agent (Decision Layer)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Decides what actions to take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Calls tools dynamically (alerts, storage, reporting) </a:t>
            </a: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RAG Layer (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ChromaDB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past messages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Retrieves similar messages </a:t>
            </a: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Alert System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Sends real-time notifications via Twilio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Notifies users instantly </a:t>
            </a: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Database Layer (MongoDB)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flagged messages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Keeps timestamps for evidence </a:t>
            </a: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Emergency API Layer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high-risk cases</a:t>
            </a:r>
          </a:p>
        </p:txBody>
      </p:sp>
    </p:spTree>
    <p:extLst>
      <p:ext uri="{BB962C8B-B14F-4D97-AF65-F5344CB8AC3E}">
        <p14:creationId xmlns:p14="http://schemas.microsoft.com/office/powerpoint/2010/main" val="10373165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AAC891-A396-057E-8127-CE65D73087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D3BCF12-8C64-C323-3D29-3EF1B414C4C6}"/>
              </a:ext>
            </a:extLst>
          </p:cNvPr>
          <p:cNvSpPr txBox="1"/>
          <p:nvPr/>
        </p:nvSpPr>
        <p:spPr>
          <a:xfrm>
            <a:off x="1915886" y="2644170"/>
            <a:ext cx="1014386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latin typeface="Algerian" panose="04020705040A02060702" pitchFamily="82" charset="0"/>
              </a:rPr>
              <a:t>Thank You</a:t>
            </a:r>
            <a:endParaRPr lang="en-IN" sz="9600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5735944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47</TotalTime>
  <Words>890</Words>
  <Application>Microsoft Office PowerPoint</Application>
  <PresentationFormat>Widescreen</PresentationFormat>
  <Paragraphs>98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Algerian</vt:lpstr>
      <vt:lpstr>Arial</vt:lpstr>
      <vt:lpstr>Calibri</vt:lpstr>
      <vt:lpstr>Google Sans</vt:lpstr>
      <vt:lpstr>Times New Roman</vt:lpstr>
      <vt:lpstr>Trebuchet MS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naz neen</dc:creator>
  <cp:lastModifiedBy>naz neen</cp:lastModifiedBy>
  <cp:revision>1</cp:revision>
  <dcterms:created xsi:type="dcterms:W3CDTF">2026-04-16T17:40:08Z</dcterms:created>
  <dcterms:modified xsi:type="dcterms:W3CDTF">2026-04-16T18:27:29Z</dcterms:modified>
</cp:coreProperties>
</file>